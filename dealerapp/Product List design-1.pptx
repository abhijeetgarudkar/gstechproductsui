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90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2801-F125-4A43-93C8-7A031C4B1D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37989-A0AD-46BB-8AE8-3FB4190E2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639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2801-F125-4A43-93C8-7A031C4B1D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37989-A0AD-46BB-8AE8-3FB4190E2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208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2801-F125-4A43-93C8-7A031C4B1D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37989-A0AD-46BB-8AE8-3FB4190E2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281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2801-F125-4A43-93C8-7A031C4B1D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37989-A0AD-46BB-8AE8-3FB4190E2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108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2801-F125-4A43-93C8-7A031C4B1D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37989-A0AD-46BB-8AE8-3FB4190E2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181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2801-F125-4A43-93C8-7A031C4B1D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37989-A0AD-46BB-8AE8-3FB4190E2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263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2801-F125-4A43-93C8-7A031C4B1D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37989-A0AD-46BB-8AE8-3FB4190E2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181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2801-F125-4A43-93C8-7A031C4B1D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37989-A0AD-46BB-8AE8-3FB4190E2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311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2801-F125-4A43-93C8-7A031C4B1D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37989-A0AD-46BB-8AE8-3FB4190E2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974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2801-F125-4A43-93C8-7A031C4B1D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37989-A0AD-46BB-8AE8-3FB4190E2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77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2801-F125-4A43-93C8-7A031C4B1D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37989-A0AD-46BB-8AE8-3FB4190E2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335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62801-F125-4A43-93C8-7A031C4B1D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37989-A0AD-46BB-8AE8-3FB4190E2E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05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Product List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117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Page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14861"/>
            <a:ext cx="10515600" cy="3765177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2355925" y="2280622"/>
            <a:ext cx="1484555" cy="52712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hd dome camera</a:t>
            </a:r>
            <a:endParaRPr lang="en-IN" dirty="0"/>
          </a:p>
        </p:txBody>
      </p:sp>
      <p:sp>
        <p:nvSpPr>
          <p:cNvPr id="5" name="Round Diagonal Corner Rectangle 4"/>
          <p:cNvSpPr/>
          <p:nvPr/>
        </p:nvSpPr>
        <p:spPr>
          <a:xfrm>
            <a:off x="4087906" y="2280621"/>
            <a:ext cx="1613647" cy="527125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hd bullet camera</a:t>
            </a:r>
            <a:endParaRPr lang="en-IN" dirty="0"/>
          </a:p>
        </p:txBody>
      </p:sp>
      <p:sp>
        <p:nvSpPr>
          <p:cNvPr id="6" name="Round Diagonal Corner Rectangle 5"/>
          <p:cNvSpPr/>
          <p:nvPr/>
        </p:nvSpPr>
        <p:spPr>
          <a:xfrm>
            <a:off x="5927464" y="2280621"/>
            <a:ext cx="1570616" cy="527125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ip dome camera</a:t>
            </a:r>
            <a:endParaRPr lang="en-IN" dirty="0"/>
          </a:p>
        </p:txBody>
      </p:sp>
      <p:sp>
        <p:nvSpPr>
          <p:cNvPr id="7" name="Round Diagonal Corner Rectangle 6"/>
          <p:cNvSpPr/>
          <p:nvPr/>
        </p:nvSpPr>
        <p:spPr>
          <a:xfrm>
            <a:off x="7756264" y="2280622"/>
            <a:ext cx="1473798" cy="51052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ip bullet camera</a:t>
            </a:r>
            <a:endParaRPr lang="en-IN" dirty="0"/>
          </a:p>
        </p:txBody>
      </p:sp>
      <p:sp>
        <p:nvSpPr>
          <p:cNvPr id="12" name="Round Diagonal Corner Rectangle 11"/>
          <p:cNvSpPr/>
          <p:nvPr/>
        </p:nvSpPr>
        <p:spPr>
          <a:xfrm>
            <a:off x="2355925" y="3065929"/>
            <a:ext cx="1484555" cy="49485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4 ch dvr</a:t>
            </a:r>
            <a:endParaRPr lang="en-IN" dirty="0"/>
          </a:p>
        </p:txBody>
      </p:sp>
      <p:sp>
        <p:nvSpPr>
          <p:cNvPr id="13" name="Round Diagonal Corner Rectangle 12"/>
          <p:cNvSpPr/>
          <p:nvPr/>
        </p:nvSpPr>
        <p:spPr>
          <a:xfrm>
            <a:off x="4087906" y="3065929"/>
            <a:ext cx="1613647" cy="49485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8 ch dvr</a:t>
            </a:r>
            <a:endParaRPr lang="en-IN" dirty="0"/>
          </a:p>
        </p:txBody>
      </p:sp>
      <p:sp>
        <p:nvSpPr>
          <p:cNvPr id="14" name="Round Diagonal Corner Rectangle 13"/>
          <p:cNvSpPr/>
          <p:nvPr/>
        </p:nvSpPr>
        <p:spPr>
          <a:xfrm>
            <a:off x="5927464" y="3065929"/>
            <a:ext cx="1570616" cy="49485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16 ch dvr</a:t>
            </a:r>
            <a:endParaRPr lang="en-IN" dirty="0"/>
          </a:p>
        </p:txBody>
      </p:sp>
      <p:sp>
        <p:nvSpPr>
          <p:cNvPr id="15" name="Round Diagonal Corner Rectangle 14"/>
          <p:cNvSpPr/>
          <p:nvPr/>
        </p:nvSpPr>
        <p:spPr>
          <a:xfrm>
            <a:off x="7756264" y="3015316"/>
            <a:ext cx="1473798" cy="49485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32 ch dvr</a:t>
            </a:r>
            <a:endParaRPr lang="en-IN" dirty="0"/>
          </a:p>
        </p:txBody>
      </p:sp>
      <p:sp>
        <p:nvSpPr>
          <p:cNvPr id="16" name="Round Diagonal Corner Rectangle 15"/>
          <p:cNvSpPr/>
          <p:nvPr/>
        </p:nvSpPr>
        <p:spPr>
          <a:xfrm>
            <a:off x="2355925" y="3818965"/>
            <a:ext cx="1484555" cy="484094"/>
          </a:xfrm>
          <a:prstGeom prst="round2Diag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3+1 Cable</a:t>
            </a:r>
            <a:endParaRPr lang="en-IN" dirty="0"/>
          </a:p>
        </p:txBody>
      </p:sp>
      <p:sp>
        <p:nvSpPr>
          <p:cNvPr id="17" name="Round Diagonal Corner Rectangle 16"/>
          <p:cNvSpPr/>
          <p:nvPr/>
        </p:nvSpPr>
        <p:spPr>
          <a:xfrm>
            <a:off x="4087906" y="3818964"/>
            <a:ext cx="1613647" cy="484094"/>
          </a:xfrm>
          <a:prstGeom prst="round2Diag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connector/SMPS/POE</a:t>
            </a:r>
            <a:endParaRPr lang="en-IN" dirty="0"/>
          </a:p>
        </p:txBody>
      </p:sp>
      <p:sp>
        <p:nvSpPr>
          <p:cNvPr id="18" name="Round Diagonal Corner Rectangle 17"/>
          <p:cNvSpPr/>
          <p:nvPr/>
        </p:nvSpPr>
        <p:spPr>
          <a:xfrm>
            <a:off x="5927464" y="3818964"/>
            <a:ext cx="1570616" cy="484094"/>
          </a:xfrm>
          <a:prstGeom prst="round2Diag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dvr rack</a:t>
            </a:r>
            <a:endParaRPr lang="en-IN" dirty="0"/>
          </a:p>
        </p:txBody>
      </p:sp>
      <p:sp>
        <p:nvSpPr>
          <p:cNvPr id="19" name="Round Diagonal Corner Rectangle 18"/>
          <p:cNvSpPr/>
          <p:nvPr/>
        </p:nvSpPr>
        <p:spPr>
          <a:xfrm>
            <a:off x="7756264" y="3818964"/>
            <a:ext cx="1473798" cy="484094"/>
          </a:xfrm>
          <a:prstGeom prst="round2Diag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monitor</a:t>
            </a:r>
            <a:endParaRPr lang="en-IN" dirty="0"/>
          </a:p>
        </p:txBody>
      </p:sp>
      <p:sp>
        <p:nvSpPr>
          <p:cNvPr id="21" name="Round Diagonal Corner Rectangle 20"/>
          <p:cNvSpPr/>
          <p:nvPr/>
        </p:nvSpPr>
        <p:spPr>
          <a:xfrm>
            <a:off x="2355925" y="4604273"/>
            <a:ext cx="1484555" cy="48409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Wifi Camera</a:t>
            </a:r>
            <a:endParaRPr lang="en-IN" dirty="0"/>
          </a:p>
        </p:txBody>
      </p:sp>
      <p:sp>
        <p:nvSpPr>
          <p:cNvPr id="22" name="Round Diagonal Corner Rectangle 21"/>
          <p:cNvSpPr/>
          <p:nvPr/>
        </p:nvSpPr>
        <p:spPr>
          <a:xfrm>
            <a:off x="4087906" y="4604273"/>
            <a:ext cx="1613647" cy="48409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4G Camera</a:t>
            </a:r>
            <a:endParaRPr lang="en-IN" dirty="0"/>
          </a:p>
        </p:txBody>
      </p:sp>
      <p:sp>
        <p:nvSpPr>
          <p:cNvPr id="23" name="Round Diagonal Corner Rectangle 22"/>
          <p:cNvSpPr/>
          <p:nvPr/>
        </p:nvSpPr>
        <p:spPr>
          <a:xfrm>
            <a:off x="5927464" y="4604273"/>
            <a:ext cx="1570616" cy="48409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Solar Camera</a:t>
            </a:r>
            <a:endParaRPr lang="en-IN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7756264" y="4602534"/>
            <a:ext cx="1473798" cy="48409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  <a:r>
              <a:rPr lang="en-US" dirty="0" smtClean="0"/>
              <a:t>ard disk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0255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Hd dome/Bullet camera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2786231" y="3098202"/>
            <a:ext cx="1527586" cy="48409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Hikvision</a:t>
            </a:r>
            <a:endParaRPr lang="en-IN" dirty="0"/>
          </a:p>
        </p:txBody>
      </p:sp>
      <p:sp>
        <p:nvSpPr>
          <p:cNvPr id="5" name="Round Diagonal Corner Rectangle 4"/>
          <p:cNvSpPr/>
          <p:nvPr/>
        </p:nvSpPr>
        <p:spPr>
          <a:xfrm>
            <a:off x="4894729" y="3098202"/>
            <a:ext cx="1656678" cy="48409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Cp Plus</a:t>
            </a:r>
            <a:endParaRPr lang="en-IN" dirty="0"/>
          </a:p>
        </p:txBody>
      </p:sp>
      <p:sp>
        <p:nvSpPr>
          <p:cNvPr id="6" name="Round Diagonal Corner Rectangle 5"/>
          <p:cNvSpPr/>
          <p:nvPr/>
        </p:nvSpPr>
        <p:spPr>
          <a:xfrm>
            <a:off x="7035501" y="3098202"/>
            <a:ext cx="1688951" cy="48409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Securus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91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Ip dome/Bullet camera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2796989" y="3759247"/>
            <a:ext cx="1527586" cy="48409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Hikvision</a:t>
            </a:r>
            <a:endParaRPr lang="en-IN" dirty="0"/>
          </a:p>
        </p:txBody>
      </p:sp>
      <p:sp>
        <p:nvSpPr>
          <p:cNvPr id="5" name="Round Diagonal Corner Rectangle 4"/>
          <p:cNvSpPr/>
          <p:nvPr/>
        </p:nvSpPr>
        <p:spPr>
          <a:xfrm>
            <a:off x="4905487" y="3759247"/>
            <a:ext cx="1656678" cy="48409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Cp Plus</a:t>
            </a:r>
            <a:endParaRPr lang="en-IN" dirty="0"/>
          </a:p>
        </p:txBody>
      </p:sp>
      <p:sp>
        <p:nvSpPr>
          <p:cNvPr id="6" name="Round Diagonal Corner Rectangle 5"/>
          <p:cNvSpPr/>
          <p:nvPr/>
        </p:nvSpPr>
        <p:spPr>
          <a:xfrm>
            <a:off x="7046259" y="3759247"/>
            <a:ext cx="1688951" cy="48409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Securus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921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DVR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ound Diagonal Corner Rectangle 3"/>
          <p:cNvSpPr/>
          <p:nvPr/>
        </p:nvSpPr>
        <p:spPr>
          <a:xfrm>
            <a:off x="2452744" y="3711389"/>
            <a:ext cx="1484555" cy="527124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4 ch dvr</a:t>
            </a:r>
            <a:endParaRPr lang="en-IN" dirty="0"/>
          </a:p>
        </p:txBody>
      </p:sp>
      <p:sp>
        <p:nvSpPr>
          <p:cNvPr id="5" name="Round Diagonal Corner Rectangle 4"/>
          <p:cNvSpPr/>
          <p:nvPr/>
        </p:nvSpPr>
        <p:spPr>
          <a:xfrm>
            <a:off x="4184725" y="3711388"/>
            <a:ext cx="1613647" cy="527125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8 ch dvr</a:t>
            </a:r>
            <a:endParaRPr lang="en-IN" dirty="0"/>
          </a:p>
        </p:txBody>
      </p:sp>
      <p:sp>
        <p:nvSpPr>
          <p:cNvPr id="6" name="Round Diagonal Corner Rectangle 5"/>
          <p:cNvSpPr/>
          <p:nvPr/>
        </p:nvSpPr>
        <p:spPr>
          <a:xfrm>
            <a:off x="6024283" y="3711388"/>
            <a:ext cx="1570616" cy="527125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16 ch dvr</a:t>
            </a:r>
            <a:endParaRPr lang="en-IN" dirty="0"/>
          </a:p>
        </p:txBody>
      </p:sp>
      <p:sp>
        <p:nvSpPr>
          <p:cNvPr id="7" name="Round Diagonal Corner Rectangle 6"/>
          <p:cNvSpPr/>
          <p:nvPr/>
        </p:nvSpPr>
        <p:spPr>
          <a:xfrm>
            <a:off x="7853083" y="3711389"/>
            <a:ext cx="1473798" cy="51052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32 ch dvr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28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Cable</a:t>
            </a:r>
            <a:endParaRPr lang="en-IN" sz="28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6359375"/>
              </p:ext>
            </p:extLst>
          </p:nvPr>
        </p:nvGraphicFramePr>
        <p:xfrm>
          <a:off x="1420009" y="1957890"/>
          <a:ext cx="9933791" cy="3001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33791"/>
              </a:tblGrid>
              <a:tr h="750346"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u="none" strike="noStrike" dirty="0">
                          <a:effectLst/>
                        </a:rPr>
                        <a:t>dlink 90 mtr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50346"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u="none" strike="noStrike" dirty="0">
                          <a:effectLst/>
                        </a:rPr>
                        <a:t>dlink 180 mtr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50346"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u="none" strike="noStrike" dirty="0">
                          <a:effectLst/>
                        </a:rPr>
                        <a:t>cp plus 90 mtr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50346"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u="none" strike="noStrike" dirty="0">
                          <a:effectLst/>
                        </a:rPr>
                        <a:t>cp plus 180 mtr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6" name="Round Diagonal Corner Rectangle 5"/>
          <p:cNvSpPr/>
          <p:nvPr/>
        </p:nvSpPr>
        <p:spPr>
          <a:xfrm>
            <a:off x="4299474" y="2226833"/>
            <a:ext cx="1861073" cy="44106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7" name="Round Diagonal Corner Rectangle 6"/>
          <p:cNvSpPr/>
          <p:nvPr/>
        </p:nvSpPr>
        <p:spPr>
          <a:xfrm>
            <a:off x="4299474" y="2922462"/>
            <a:ext cx="1861073" cy="44106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8" name="Round Diagonal Corner Rectangle 7"/>
          <p:cNvSpPr/>
          <p:nvPr/>
        </p:nvSpPr>
        <p:spPr>
          <a:xfrm>
            <a:off x="4299474" y="3553568"/>
            <a:ext cx="1861073" cy="44106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4299474" y="4348762"/>
            <a:ext cx="1861073" cy="44106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10" name="Round Diagonal Corner Rectangle 9"/>
          <p:cNvSpPr/>
          <p:nvPr/>
        </p:nvSpPr>
        <p:spPr>
          <a:xfrm>
            <a:off x="6745045" y="2226833"/>
            <a:ext cx="1721223" cy="44106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12" name="Round Diagonal Corner Rectangle 11"/>
          <p:cNvSpPr/>
          <p:nvPr/>
        </p:nvSpPr>
        <p:spPr>
          <a:xfrm>
            <a:off x="6745044" y="2913051"/>
            <a:ext cx="1721223" cy="44106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13" name="Round Diagonal Corner Rectangle 12"/>
          <p:cNvSpPr/>
          <p:nvPr/>
        </p:nvSpPr>
        <p:spPr>
          <a:xfrm>
            <a:off x="6745044" y="3621300"/>
            <a:ext cx="1721223" cy="44106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14" name="Round Diagonal Corner Rectangle 13"/>
          <p:cNvSpPr/>
          <p:nvPr/>
        </p:nvSpPr>
        <p:spPr>
          <a:xfrm>
            <a:off x="6745045" y="4348762"/>
            <a:ext cx="1721223" cy="44106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15" name="Round Diagonal Corner Rectangle 14"/>
          <p:cNvSpPr/>
          <p:nvPr/>
        </p:nvSpPr>
        <p:spPr>
          <a:xfrm>
            <a:off x="8849955" y="4251033"/>
            <a:ext cx="1721223" cy="44106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16" name="Round Diagonal Corner Rectangle 15"/>
          <p:cNvSpPr/>
          <p:nvPr/>
        </p:nvSpPr>
        <p:spPr>
          <a:xfrm>
            <a:off x="8849956" y="3574653"/>
            <a:ext cx="1721223" cy="44106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17" name="Round Diagonal Corner Rectangle 16"/>
          <p:cNvSpPr/>
          <p:nvPr/>
        </p:nvSpPr>
        <p:spPr>
          <a:xfrm>
            <a:off x="8849956" y="2883930"/>
            <a:ext cx="1721223" cy="44106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 </a:t>
            </a:r>
            <a:endParaRPr lang="en-IN" dirty="0"/>
          </a:p>
        </p:txBody>
      </p:sp>
      <p:sp>
        <p:nvSpPr>
          <p:cNvPr id="18" name="Round Diagonal Corner Rectangle 17"/>
          <p:cNvSpPr/>
          <p:nvPr/>
        </p:nvSpPr>
        <p:spPr>
          <a:xfrm>
            <a:off x="8849957" y="2193207"/>
            <a:ext cx="1721223" cy="44106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9814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2492"/>
          </a:xfrm>
        </p:spPr>
        <p:txBody>
          <a:bodyPr/>
          <a:lstStyle/>
          <a:p>
            <a:r>
              <a:rPr lang="en-IN" dirty="0" smtClean="0"/>
              <a:t>connector/SMPS/POE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9056336"/>
              </p:ext>
            </p:extLst>
          </p:nvPr>
        </p:nvGraphicFramePr>
        <p:xfrm>
          <a:off x="484094" y="1581376"/>
          <a:ext cx="10515600" cy="52766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0"/>
              </a:tblGrid>
              <a:tr h="781824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 dirty="0" err="1">
                          <a:effectLst/>
                        </a:rPr>
                        <a:t>bnc</a:t>
                      </a:r>
                      <a:r>
                        <a:rPr lang="en-IN" sz="2400" u="none" strike="noStrike" dirty="0">
                          <a:effectLst/>
                        </a:rPr>
                        <a:t> connector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99422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 dirty="0">
                          <a:effectLst/>
                        </a:rPr>
                        <a:t>dc connector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99422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 dirty="0">
                          <a:effectLst/>
                        </a:rPr>
                        <a:t>4 ch power supply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99422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 dirty="0">
                          <a:effectLst/>
                        </a:rPr>
                        <a:t>8 ch power supply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99422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 dirty="0">
                          <a:effectLst/>
                        </a:rPr>
                        <a:t>4+1 port </a:t>
                      </a:r>
                      <a:r>
                        <a:rPr lang="en-IN" sz="2400" u="none" strike="noStrike" dirty="0" err="1">
                          <a:effectLst/>
                        </a:rPr>
                        <a:t>poe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99422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 dirty="0">
                          <a:effectLst/>
                        </a:rPr>
                        <a:t>8+1 port </a:t>
                      </a:r>
                      <a:r>
                        <a:rPr lang="en-IN" sz="2400" u="none" strike="noStrike" dirty="0" err="1">
                          <a:effectLst/>
                        </a:rPr>
                        <a:t>poe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99422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 dirty="0">
                          <a:effectLst/>
                        </a:rPr>
                        <a:t>4+2 port </a:t>
                      </a:r>
                      <a:r>
                        <a:rPr lang="en-IN" sz="2400" u="none" strike="noStrike" dirty="0" err="1">
                          <a:effectLst/>
                        </a:rPr>
                        <a:t>poe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99422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 dirty="0">
                          <a:effectLst/>
                        </a:rPr>
                        <a:t>8+2 port </a:t>
                      </a:r>
                      <a:r>
                        <a:rPr lang="en-IN" sz="2400" u="none" strike="noStrike" dirty="0" err="1">
                          <a:effectLst/>
                        </a:rPr>
                        <a:t>poe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99422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 dirty="0">
                          <a:effectLst/>
                        </a:rPr>
                        <a:t>4+2 port </a:t>
                      </a:r>
                      <a:r>
                        <a:rPr lang="en-IN" sz="2400" u="none" strike="noStrike" dirty="0" err="1">
                          <a:effectLst/>
                        </a:rPr>
                        <a:t>poe</a:t>
                      </a:r>
                      <a:r>
                        <a:rPr lang="en-IN" sz="2400" u="none" strike="noStrike" dirty="0">
                          <a:effectLst/>
                        </a:rPr>
                        <a:t>(</a:t>
                      </a:r>
                      <a:r>
                        <a:rPr lang="en-IN" sz="2400" u="none" strike="noStrike" dirty="0" err="1">
                          <a:effectLst/>
                        </a:rPr>
                        <a:t>giga</a:t>
                      </a:r>
                      <a:r>
                        <a:rPr lang="en-IN" sz="2400" u="none" strike="noStrike" dirty="0">
                          <a:effectLst/>
                        </a:rPr>
                        <a:t>)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499422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 dirty="0">
                          <a:effectLst/>
                        </a:rPr>
                        <a:t>8+2 port </a:t>
                      </a:r>
                      <a:r>
                        <a:rPr lang="en-IN" sz="2400" u="none" strike="noStrike" dirty="0" err="1">
                          <a:effectLst/>
                        </a:rPr>
                        <a:t>poe</a:t>
                      </a:r>
                      <a:r>
                        <a:rPr lang="en-IN" sz="2400" u="none" strike="noStrike" dirty="0">
                          <a:effectLst/>
                        </a:rPr>
                        <a:t>(</a:t>
                      </a:r>
                      <a:r>
                        <a:rPr lang="en-IN" sz="2400" u="none" strike="noStrike" dirty="0" err="1">
                          <a:effectLst/>
                        </a:rPr>
                        <a:t>giga</a:t>
                      </a:r>
                      <a:r>
                        <a:rPr lang="en-IN" sz="2400" u="none" strike="noStrike" dirty="0">
                          <a:effectLst/>
                        </a:rPr>
                        <a:t>)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5" name="Round Diagonal Corner Rectangle 4"/>
          <p:cNvSpPr/>
          <p:nvPr/>
        </p:nvSpPr>
        <p:spPr>
          <a:xfrm>
            <a:off x="3883513" y="1983767"/>
            <a:ext cx="186107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6" name="Round Diagonal Corner Rectangle 5"/>
          <p:cNvSpPr/>
          <p:nvPr/>
        </p:nvSpPr>
        <p:spPr>
          <a:xfrm>
            <a:off x="6329084" y="1983767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7" name="Round Diagonal Corner Rectangle 6"/>
          <p:cNvSpPr/>
          <p:nvPr/>
        </p:nvSpPr>
        <p:spPr>
          <a:xfrm>
            <a:off x="8433996" y="1950141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8" name="Round Diagonal Corner Rectangle 7"/>
          <p:cNvSpPr/>
          <p:nvPr/>
        </p:nvSpPr>
        <p:spPr>
          <a:xfrm>
            <a:off x="3883513" y="2489107"/>
            <a:ext cx="1861073" cy="346946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6329084" y="2489107"/>
            <a:ext cx="1721223" cy="346946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10" name="Round Diagonal Corner Rectangle 9"/>
          <p:cNvSpPr/>
          <p:nvPr/>
        </p:nvSpPr>
        <p:spPr>
          <a:xfrm>
            <a:off x="8433996" y="2476996"/>
            <a:ext cx="1721223" cy="346946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14" name="Round Diagonal Corner Rectangle 13"/>
          <p:cNvSpPr/>
          <p:nvPr/>
        </p:nvSpPr>
        <p:spPr>
          <a:xfrm>
            <a:off x="3883513" y="3033691"/>
            <a:ext cx="186107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15" name="Round Diagonal Corner Rectangle 14"/>
          <p:cNvSpPr/>
          <p:nvPr/>
        </p:nvSpPr>
        <p:spPr>
          <a:xfrm>
            <a:off x="6329084" y="3033691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16" name="Round Diagonal Corner Rectangle 15"/>
          <p:cNvSpPr/>
          <p:nvPr/>
        </p:nvSpPr>
        <p:spPr>
          <a:xfrm>
            <a:off x="8433996" y="3000065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17" name="Round Diagonal Corner Rectangle 16"/>
          <p:cNvSpPr/>
          <p:nvPr/>
        </p:nvSpPr>
        <p:spPr>
          <a:xfrm>
            <a:off x="3883513" y="3536594"/>
            <a:ext cx="186107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18" name="Round Diagonal Corner Rectangle 17"/>
          <p:cNvSpPr/>
          <p:nvPr/>
        </p:nvSpPr>
        <p:spPr>
          <a:xfrm>
            <a:off x="6329084" y="3536594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19" name="Round Diagonal Corner Rectangle 18"/>
          <p:cNvSpPr/>
          <p:nvPr/>
        </p:nvSpPr>
        <p:spPr>
          <a:xfrm>
            <a:off x="8433996" y="3502968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20" name="Round Diagonal Corner Rectangle 19"/>
          <p:cNvSpPr/>
          <p:nvPr/>
        </p:nvSpPr>
        <p:spPr>
          <a:xfrm>
            <a:off x="3883513" y="4041477"/>
            <a:ext cx="186107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21" name="Round Diagonal Corner Rectangle 20"/>
          <p:cNvSpPr/>
          <p:nvPr/>
        </p:nvSpPr>
        <p:spPr>
          <a:xfrm>
            <a:off x="6329084" y="4041477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22" name="Round Diagonal Corner Rectangle 21"/>
          <p:cNvSpPr/>
          <p:nvPr/>
        </p:nvSpPr>
        <p:spPr>
          <a:xfrm>
            <a:off x="8433996" y="4007851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23" name="Round Diagonal Corner Rectangle 22"/>
          <p:cNvSpPr/>
          <p:nvPr/>
        </p:nvSpPr>
        <p:spPr>
          <a:xfrm>
            <a:off x="3883513" y="4557204"/>
            <a:ext cx="186107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24" name="Round Diagonal Corner Rectangle 23"/>
          <p:cNvSpPr/>
          <p:nvPr/>
        </p:nvSpPr>
        <p:spPr>
          <a:xfrm>
            <a:off x="6329084" y="4557204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25" name="Round Diagonal Corner Rectangle 24"/>
          <p:cNvSpPr/>
          <p:nvPr/>
        </p:nvSpPr>
        <p:spPr>
          <a:xfrm>
            <a:off x="8433996" y="4523578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26" name="Round Diagonal Corner Rectangle 25"/>
          <p:cNvSpPr/>
          <p:nvPr/>
        </p:nvSpPr>
        <p:spPr>
          <a:xfrm>
            <a:off x="3883513" y="5054763"/>
            <a:ext cx="186107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27" name="Round Diagonal Corner Rectangle 26"/>
          <p:cNvSpPr/>
          <p:nvPr/>
        </p:nvSpPr>
        <p:spPr>
          <a:xfrm>
            <a:off x="6329084" y="5054763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28" name="Round Diagonal Corner Rectangle 27"/>
          <p:cNvSpPr/>
          <p:nvPr/>
        </p:nvSpPr>
        <p:spPr>
          <a:xfrm>
            <a:off x="8433996" y="5021137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29" name="Round Diagonal Corner Rectangle 28"/>
          <p:cNvSpPr/>
          <p:nvPr/>
        </p:nvSpPr>
        <p:spPr>
          <a:xfrm>
            <a:off x="3883513" y="5564710"/>
            <a:ext cx="186107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30" name="Round Diagonal Corner Rectangle 29"/>
          <p:cNvSpPr/>
          <p:nvPr/>
        </p:nvSpPr>
        <p:spPr>
          <a:xfrm>
            <a:off x="6329084" y="5564710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31" name="Round Diagonal Corner Rectangle 30"/>
          <p:cNvSpPr/>
          <p:nvPr/>
        </p:nvSpPr>
        <p:spPr>
          <a:xfrm>
            <a:off x="8433996" y="5531084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32" name="Round Diagonal Corner Rectangle 31"/>
          <p:cNvSpPr/>
          <p:nvPr/>
        </p:nvSpPr>
        <p:spPr>
          <a:xfrm>
            <a:off x="3883513" y="6045135"/>
            <a:ext cx="186107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33" name="Round Diagonal Corner Rectangle 32"/>
          <p:cNvSpPr/>
          <p:nvPr/>
        </p:nvSpPr>
        <p:spPr>
          <a:xfrm>
            <a:off x="6329084" y="6045135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34" name="Round Diagonal Corner Rectangle 33"/>
          <p:cNvSpPr/>
          <p:nvPr/>
        </p:nvSpPr>
        <p:spPr>
          <a:xfrm>
            <a:off x="8433996" y="6011509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35" name="Round Diagonal Corner Rectangle 34"/>
          <p:cNvSpPr/>
          <p:nvPr/>
        </p:nvSpPr>
        <p:spPr>
          <a:xfrm>
            <a:off x="3883513" y="6500295"/>
            <a:ext cx="186107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36" name="Round Diagonal Corner Rectangle 35"/>
          <p:cNvSpPr/>
          <p:nvPr/>
        </p:nvSpPr>
        <p:spPr>
          <a:xfrm>
            <a:off x="6329084" y="6500295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37" name="Round Diagonal Corner Rectangle 36"/>
          <p:cNvSpPr/>
          <p:nvPr/>
        </p:nvSpPr>
        <p:spPr>
          <a:xfrm>
            <a:off x="8433996" y="6466669"/>
            <a:ext cx="1721223" cy="357703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98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DVR Rack</a:t>
            </a:r>
            <a:endParaRPr lang="en-IN" sz="28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5616241"/>
              </p:ext>
            </p:extLst>
          </p:nvPr>
        </p:nvGraphicFramePr>
        <p:xfrm>
          <a:off x="838200" y="1690689"/>
          <a:ext cx="9510656" cy="3774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10656"/>
              </a:tblGrid>
              <a:tr h="754839"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u="none" strike="noStrike" dirty="0">
                          <a:effectLst/>
                        </a:rPr>
                        <a:t>2 u rack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54839"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u="none" strike="noStrike" dirty="0">
                          <a:effectLst/>
                        </a:rPr>
                        <a:t>3 u rack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54839"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u="none" strike="noStrike" dirty="0">
                          <a:effectLst/>
                        </a:rPr>
                        <a:t>4 u rack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54839"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u="none" strike="noStrike" dirty="0" err="1">
                          <a:effectLst/>
                        </a:rPr>
                        <a:t>poe</a:t>
                      </a:r>
                      <a:r>
                        <a:rPr lang="en-IN" sz="2800" u="none" strike="noStrike" dirty="0">
                          <a:effectLst/>
                        </a:rPr>
                        <a:t> rack (plastic)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754839"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u="none" strike="noStrike" dirty="0">
                          <a:effectLst/>
                        </a:rPr>
                        <a:t>dvr rack (plastic)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5" name="Round Diagonal Corner Rectangle 4"/>
          <p:cNvSpPr/>
          <p:nvPr/>
        </p:nvSpPr>
        <p:spPr>
          <a:xfrm>
            <a:off x="3793865" y="2045594"/>
            <a:ext cx="186107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6" name="Round Diagonal Corner Rectangle 5"/>
          <p:cNvSpPr/>
          <p:nvPr/>
        </p:nvSpPr>
        <p:spPr>
          <a:xfrm>
            <a:off x="6239436" y="2045594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7" name="Round Diagonal Corner Rectangle 6"/>
          <p:cNvSpPr/>
          <p:nvPr/>
        </p:nvSpPr>
        <p:spPr>
          <a:xfrm>
            <a:off x="8344348" y="2011968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8" name="Round Diagonal Corner Rectangle 7"/>
          <p:cNvSpPr/>
          <p:nvPr/>
        </p:nvSpPr>
        <p:spPr>
          <a:xfrm>
            <a:off x="3781316" y="2741774"/>
            <a:ext cx="186107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6226887" y="2741774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10" name="Round Diagonal Corner Rectangle 9"/>
          <p:cNvSpPr/>
          <p:nvPr/>
        </p:nvSpPr>
        <p:spPr>
          <a:xfrm>
            <a:off x="8343459" y="2724961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11" name="Round Diagonal Corner Rectangle 10"/>
          <p:cNvSpPr/>
          <p:nvPr/>
        </p:nvSpPr>
        <p:spPr>
          <a:xfrm>
            <a:off x="3781316" y="3583373"/>
            <a:ext cx="186107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12" name="Round Diagonal Corner Rectangle 11"/>
          <p:cNvSpPr/>
          <p:nvPr/>
        </p:nvSpPr>
        <p:spPr>
          <a:xfrm>
            <a:off x="6226887" y="3583373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13" name="Round Diagonal Corner Rectangle 12"/>
          <p:cNvSpPr/>
          <p:nvPr/>
        </p:nvSpPr>
        <p:spPr>
          <a:xfrm>
            <a:off x="8331799" y="3549747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14" name="Round Diagonal Corner Rectangle 13"/>
          <p:cNvSpPr/>
          <p:nvPr/>
        </p:nvSpPr>
        <p:spPr>
          <a:xfrm>
            <a:off x="3793865" y="4290346"/>
            <a:ext cx="186107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15" name="Round Diagonal Corner Rectangle 14"/>
          <p:cNvSpPr/>
          <p:nvPr/>
        </p:nvSpPr>
        <p:spPr>
          <a:xfrm>
            <a:off x="6239436" y="4290346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16" name="Round Diagonal Corner Rectangle 15"/>
          <p:cNvSpPr/>
          <p:nvPr/>
        </p:nvSpPr>
        <p:spPr>
          <a:xfrm>
            <a:off x="8344348" y="4256720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17" name="Round Diagonal Corner Rectangle 16"/>
          <p:cNvSpPr/>
          <p:nvPr/>
        </p:nvSpPr>
        <p:spPr>
          <a:xfrm>
            <a:off x="3781316" y="5039176"/>
            <a:ext cx="186107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18" name="Round Diagonal Corner Rectangle 17"/>
          <p:cNvSpPr/>
          <p:nvPr/>
        </p:nvSpPr>
        <p:spPr>
          <a:xfrm>
            <a:off x="6226887" y="5039176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19" name="Round Diagonal Corner Rectangle 18"/>
          <p:cNvSpPr/>
          <p:nvPr/>
        </p:nvSpPr>
        <p:spPr>
          <a:xfrm>
            <a:off x="8331799" y="5005550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9535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Monitor</a:t>
            </a:r>
            <a:endParaRPr lang="en-IN" sz="28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386026"/>
              </p:ext>
            </p:extLst>
          </p:nvPr>
        </p:nvGraphicFramePr>
        <p:xfrm>
          <a:off x="838200" y="1479522"/>
          <a:ext cx="9639748" cy="3372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39748"/>
              </a:tblGrid>
              <a:tr h="843044"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u="none" strike="noStrike" dirty="0">
                          <a:effectLst/>
                        </a:rPr>
                        <a:t>15 inch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843044"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u="none" strike="noStrike">
                          <a:effectLst/>
                        </a:rPr>
                        <a:t>17 inch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843044"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u="none" strike="noStrike" dirty="0">
                          <a:effectLst/>
                        </a:rPr>
                        <a:t>19 inch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843044"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u="none" strike="noStrike" dirty="0">
                          <a:effectLst/>
                        </a:rPr>
                        <a:t>22 inch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5" name="Round Diagonal Corner Rectangle 4"/>
          <p:cNvSpPr/>
          <p:nvPr/>
        </p:nvSpPr>
        <p:spPr>
          <a:xfrm>
            <a:off x="3315149" y="1844799"/>
            <a:ext cx="186107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6" name="Round Diagonal Corner Rectangle 5"/>
          <p:cNvSpPr/>
          <p:nvPr/>
        </p:nvSpPr>
        <p:spPr>
          <a:xfrm>
            <a:off x="5760720" y="1844799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7" name="Round Diagonal Corner Rectangle 6"/>
          <p:cNvSpPr/>
          <p:nvPr/>
        </p:nvSpPr>
        <p:spPr>
          <a:xfrm>
            <a:off x="7865632" y="1811173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8" name="Round Diagonal Corner Rectangle 7"/>
          <p:cNvSpPr/>
          <p:nvPr/>
        </p:nvSpPr>
        <p:spPr>
          <a:xfrm>
            <a:off x="3315149" y="2631420"/>
            <a:ext cx="186107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9" name="Round Diagonal Corner Rectangle 8"/>
          <p:cNvSpPr/>
          <p:nvPr/>
        </p:nvSpPr>
        <p:spPr>
          <a:xfrm>
            <a:off x="5760720" y="2631420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10" name="Round Diagonal Corner Rectangle 9"/>
          <p:cNvSpPr/>
          <p:nvPr/>
        </p:nvSpPr>
        <p:spPr>
          <a:xfrm>
            <a:off x="7865632" y="2597794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11" name="Round Diagonal Corner Rectangle 10"/>
          <p:cNvSpPr/>
          <p:nvPr/>
        </p:nvSpPr>
        <p:spPr>
          <a:xfrm>
            <a:off x="3315149" y="3503289"/>
            <a:ext cx="186107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12" name="Round Diagonal Corner Rectangle 11"/>
          <p:cNvSpPr/>
          <p:nvPr/>
        </p:nvSpPr>
        <p:spPr>
          <a:xfrm>
            <a:off x="5760720" y="3503289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13" name="Round Diagonal Corner Rectangle 12"/>
          <p:cNvSpPr/>
          <p:nvPr/>
        </p:nvSpPr>
        <p:spPr>
          <a:xfrm>
            <a:off x="7865632" y="3469663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  <p:sp>
        <p:nvSpPr>
          <p:cNvPr id="14" name="Round Diagonal Corner Rectangle 13"/>
          <p:cNvSpPr/>
          <p:nvPr/>
        </p:nvSpPr>
        <p:spPr>
          <a:xfrm>
            <a:off x="3315149" y="4401762"/>
            <a:ext cx="186107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Rate</a:t>
            </a:r>
            <a:endParaRPr lang="en-IN" dirty="0"/>
          </a:p>
        </p:txBody>
      </p:sp>
      <p:sp>
        <p:nvSpPr>
          <p:cNvPr id="15" name="Round Diagonal Corner Rectangle 14"/>
          <p:cNvSpPr/>
          <p:nvPr/>
        </p:nvSpPr>
        <p:spPr>
          <a:xfrm>
            <a:off x="5760720" y="4401762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qty</a:t>
            </a:r>
            <a:endParaRPr lang="en-IN" dirty="0"/>
          </a:p>
        </p:txBody>
      </p:sp>
      <p:sp>
        <p:nvSpPr>
          <p:cNvPr id="16" name="Round Diagonal Corner Rectangle 15"/>
          <p:cNvSpPr/>
          <p:nvPr/>
        </p:nvSpPr>
        <p:spPr>
          <a:xfrm>
            <a:off x="7865632" y="4368136"/>
            <a:ext cx="1721223" cy="324462"/>
          </a:xfrm>
          <a:prstGeom prst="round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Add cart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450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240</Words>
  <Application>Microsoft Office PowerPoint</Application>
  <PresentationFormat>Widescreen</PresentationFormat>
  <Paragraphs>136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Product List</vt:lpstr>
      <vt:lpstr>First Page</vt:lpstr>
      <vt:lpstr>Hd dome/Bullet camera</vt:lpstr>
      <vt:lpstr>Ip dome/Bullet camera</vt:lpstr>
      <vt:lpstr>DVR</vt:lpstr>
      <vt:lpstr>Cable</vt:lpstr>
      <vt:lpstr>connector/SMPS/POE</vt:lpstr>
      <vt:lpstr>DVR Rack</vt:lpstr>
      <vt:lpstr>Monitor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List</dc:title>
  <dc:creator>gstech26@gmail.com</dc:creator>
  <cp:lastModifiedBy>gstech26@gmail.com</cp:lastModifiedBy>
  <cp:revision>12</cp:revision>
  <dcterms:created xsi:type="dcterms:W3CDTF">2025-10-31T14:37:40Z</dcterms:created>
  <dcterms:modified xsi:type="dcterms:W3CDTF">2025-11-02T08:49:40Z</dcterms:modified>
</cp:coreProperties>
</file>